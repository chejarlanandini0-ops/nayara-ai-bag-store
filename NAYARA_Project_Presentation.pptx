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clrScheme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NAYARA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>
    <a:schemeClr val="accent1"/>
    <a:schemeClr val="accent2"/>
    <a:schemeClr val="accent3"/>
    <a:schemeClr val="accent4"/>
    <a:schemeClr val="accent5"/>
    <a:schemeClr val="accent6"/>
    <a:schemeClr val="hlink"/>
    <a:schemeClr val="folHlink"/>
  </p:clrMap>
  <p:sldLayoutIdLst>
    <p:sldLayoutId id="1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457200" y="274300"/>
            <a:ext cx="11000000" cy="900000"/>
          </a:xfrm>
          <a:prstGeom prst="roundRect">
            <a:avLst/>
          </a:prstGeom>
          <a:solidFill>
            <a:srgbClr val="7A5AD2"/>
          </a:solidFill>
          <a:ln>
            <a:noFill/>
          </a:ln>
        </p:spPr>
        <p:txBody>
          <a:bodyPr/>
          <a:lstStyle/>
          <a:p>
            <a:r>
              <a:rPr lang="en-US" sz="3000" b="1"/>
              <a:t>NAYARA</a:t>
            </a:r>
            <a:endParaRPr lang="en-US"/>
          </a:p>
        </p:txBody>
      </p:sp>
      <p:sp>
        <p:nvSpPr>
          <p:cNvPr id="3" name="Subtitle"/>
          <p:cNvSpPr txBox="1"/>
          <p:nvPr/>
        </p:nvSpPr>
        <p:spPr>
          <a:xfrm>
            <a:off x="457200" y="1220000"/>
            <a:ext cx="11000000" cy="500000"/>
          </a:xfrm>
          <a:prstGeom prst="round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700" i="1"/>
              <a:t>Custom Bag Store Mini-Project</a:t>
            </a:r>
            <a:endParaRPr lang="en-US" sz="1700"/>
          </a:p>
        </p:txBody>
      </p:sp>
      <p:sp>
        <p:nvSpPr>
          <p:cNvPr id="4" name="Bullet 1"/>
          <p:cNvSpPr txBox="1"/>
          <p:nvPr/>
        </p:nvSpPr>
        <p:spPr>
          <a:xfrm>
            <a:off x="609600" y="840000"/>
            <a:ext cx="10300000" cy="400000"/>
          </a:xfrm>
          <a:prstGeom prst="round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342900" indent="-228600"/>
            <a:r>
              <a:rPr lang="en-US" sz="1500"/>
              <a:t>Responsive storefront</a:t>
            </a:r>
            <a:endParaRPr lang="en-US" sz="1500"/>
          </a:p>
        </p:txBody>
      </p:sp>
      <p:sp>
        <p:nvSpPr>
          <p:cNvPr id="5" name="Bullet 2"/>
          <p:cNvSpPr txBox="1"/>
          <p:nvPr/>
        </p:nvSpPr>
        <p:spPr>
          <a:xfrm>
            <a:off x="609600" y="1440000"/>
            <a:ext cx="10300000" cy="400000"/>
          </a:xfrm>
          <a:prstGeom prst="round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342900" indent="-228600"/>
            <a:r>
              <a:rPr lang="en-US" sz="1500"/>
              <a:t>Customized bag design</a:t>
            </a:r>
            <a:endParaRPr lang="en-US" sz="1500"/>
          </a:p>
        </p:txBody>
      </p:sp>
      <p:sp>
        <p:nvSpPr>
          <p:cNvPr id="6" name="Bullet 3"/>
          <p:cNvSpPr txBox="1"/>
          <p:nvPr/>
        </p:nvSpPr>
        <p:spPr>
          <a:xfrm>
            <a:off x="609600" y="2040000"/>
            <a:ext cx="10300000" cy="400000"/>
          </a:xfrm>
          <a:prstGeom prst="round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342900" indent="-228600"/>
            <a:r>
              <a:rPr lang="en-US" sz="1500"/>
              <a:t>Live product preview</a:t>
            </a:r>
            <a:endParaRPr lang="en-US" sz="1500"/>
          </a:p>
        </p:txBody>
      </p:sp>
      <p:sp>
        <p:nvSpPr>
          <p:cNvPr id="7" name="Bullet 4"/>
          <p:cNvSpPr txBox="1"/>
          <p:nvPr/>
        </p:nvSpPr>
        <p:spPr>
          <a:xfrm>
            <a:off x="609600" y="2640000"/>
            <a:ext cx="10300000" cy="400000"/>
          </a:xfrm>
          <a:prstGeom prst="round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342900" indent="-228600"/>
            <a:r>
              <a:rPr lang="en-US" sz="1500"/>
              <a:t>Shopping cart and checkout</a:t>
            </a:r>
            <a:endParaRPr lang="en-US" sz="1500"/>
          </a:p>
        </p:txBody>
      </p:sp>
    </p:spTree>
  </p:cSld>
  <p:clrMapOvr>
    <a:clrScheme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457200" y="274300"/>
            <a:ext cx="11000000" cy="900000"/>
          </a:xfrm>
          <a:prstGeom prst="roundRect">
            <a:avLst/>
          </a:prstGeom>
          <a:solidFill>
            <a:srgbClr val="7A5AD2"/>
          </a:solidFill>
          <a:ln>
            <a:noFill/>
          </a:ln>
        </p:spPr>
        <p:txBody>
          <a:bodyPr/>
          <a:lstStyle/>
          <a:p>
            <a:r>
              <a:rPr lang="en-US" sz="3000" b="1"/>
              <a:t>Key Features</a:t>
            </a:r>
            <a:endParaRPr lang="en-US"/>
          </a:p>
        </p:txBody>
      </p:sp>
      <p:sp>
        <p:nvSpPr>
          <p:cNvPr id="3" name="Subtitle"/>
          <p:cNvSpPr txBox="1"/>
          <p:nvPr/>
        </p:nvSpPr>
        <p:spPr>
          <a:xfrm>
            <a:off x="457200" y="1220000"/>
            <a:ext cx="11000000" cy="500000"/>
          </a:xfrm>
          <a:prstGeom prst="round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700" i="1"/>
              <a:t>A complete customer shopping experience</a:t>
            </a:r>
            <a:endParaRPr lang="en-US" sz="1700"/>
          </a:p>
        </p:txBody>
      </p:sp>
      <p:sp>
        <p:nvSpPr>
          <p:cNvPr id="4" name="Bullet 1"/>
          <p:cNvSpPr txBox="1"/>
          <p:nvPr/>
        </p:nvSpPr>
        <p:spPr>
          <a:xfrm>
            <a:off x="609600" y="840000"/>
            <a:ext cx="10300000" cy="400000"/>
          </a:xfrm>
          <a:prstGeom prst="round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342900" indent="-228600"/>
            <a:r>
              <a:rPr lang="en-US" sz="1500"/>
              <a:t>Bag type, color, and size selection</a:t>
            </a:r>
            <a:endParaRPr lang="en-US" sz="1500"/>
          </a:p>
        </p:txBody>
      </p:sp>
      <p:sp>
        <p:nvSpPr>
          <p:cNvPr id="5" name="Bullet 2"/>
          <p:cNvSpPr txBox="1"/>
          <p:nvPr/>
        </p:nvSpPr>
        <p:spPr>
          <a:xfrm>
            <a:off x="609600" y="1440000"/>
            <a:ext cx="10300000" cy="400000"/>
          </a:xfrm>
          <a:prstGeom prst="round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342900" indent="-228600"/>
            <a:r>
              <a:rPr lang="en-US" sz="1500"/>
              <a:t>Personalized text, font, and image upload</a:t>
            </a:r>
            <a:endParaRPr lang="en-US" sz="1500"/>
          </a:p>
        </p:txBody>
      </p:sp>
      <p:sp>
        <p:nvSpPr>
          <p:cNvPr id="6" name="Bullet 3"/>
          <p:cNvSpPr txBox="1"/>
          <p:nvPr/>
        </p:nvSpPr>
        <p:spPr>
          <a:xfrm>
            <a:off x="609600" y="2040000"/>
            <a:ext cx="10300000" cy="400000"/>
          </a:xfrm>
          <a:prstGeom prst="round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342900" indent="-228600"/>
            <a:r>
              <a:rPr lang="en-US" sz="1500"/>
              <a:t>Design placement controls</a:t>
            </a:r>
            <a:endParaRPr lang="en-US" sz="1500"/>
          </a:p>
        </p:txBody>
      </p:sp>
      <p:sp>
        <p:nvSpPr>
          <p:cNvPr id="7" name="Bullet 4"/>
          <p:cNvSpPr txBox="1"/>
          <p:nvPr/>
        </p:nvSpPr>
        <p:spPr>
          <a:xfrm>
            <a:off x="609600" y="2640000"/>
            <a:ext cx="10300000" cy="400000"/>
          </a:xfrm>
          <a:prstGeom prst="round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342900" indent="-228600"/>
            <a:r>
              <a:rPr lang="en-US" sz="1500"/>
              <a:t>Order details and checkout</a:t>
            </a:r>
            <a:endParaRPr lang="en-US" sz="1500"/>
          </a:p>
        </p:txBody>
      </p:sp>
    </p:spTree>
  </p:cSld>
  <p:clrMapOvr>
    <a:clrScheme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457200" y="274300"/>
            <a:ext cx="11000000" cy="900000"/>
          </a:xfrm>
          <a:prstGeom prst="roundRect">
            <a:avLst/>
          </a:prstGeom>
          <a:solidFill>
            <a:srgbClr val="7A5AD2"/>
          </a:solidFill>
          <a:ln>
            <a:noFill/>
          </a:ln>
        </p:spPr>
        <p:txBody>
          <a:bodyPr/>
          <a:lstStyle/>
          <a:p>
            <a:r>
              <a:rPr lang="en-US" sz="3000" b="1"/>
              <a:t>Technology Stack</a:t>
            </a:r>
            <a:endParaRPr lang="en-US"/>
          </a:p>
        </p:txBody>
      </p:sp>
      <p:sp>
        <p:nvSpPr>
          <p:cNvPr id="3" name="Subtitle"/>
          <p:cNvSpPr txBox="1"/>
          <p:nvPr/>
        </p:nvSpPr>
        <p:spPr>
          <a:xfrm>
            <a:off x="457200" y="1220000"/>
            <a:ext cx="11000000" cy="500000"/>
          </a:xfrm>
          <a:prstGeom prst="round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700" i="1"/>
              <a:t>Simple and lightweight web development</a:t>
            </a:r>
            <a:endParaRPr lang="en-US" sz="1700"/>
          </a:p>
        </p:txBody>
      </p:sp>
      <p:sp>
        <p:nvSpPr>
          <p:cNvPr id="4" name="Bullet 1"/>
          <p:cNvSpPr txBox="1"/>
          <p:nvPr/>
        </p:nvSpPr>
        <p:spPr>
          <a:xfrm>
            <a:off x="609600" y="840000"/>
            <a:ext cx="10300000" cy="400000"/>
          </a:xfrm>
          <a:prstGeom prst="round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342900" indent="-228600"/>
            <a:r>
              <a:rPr lang="en-US" sz="1500"/>
              <a:t>HTML5 structure</a:t>
            </a:r>
            <a:endParaRPr lang="en-US" sz="1500"/>
          </a:p>
        </p:txBody>
      </p:sp>
      <p:sp>
        <p:nvSpPr>
          <p:cNvPr id="5" name="Bullet 2"/>
          <p:cNvSpPr txBox="1"/>
          <p:nvPr/>
        </p:nvSpPr>
        <p:spPr>
          <a:xfrm>
            <a:off x="609600" y="1440000"/>
            <a:ext cx="10300000" cy="400000"/>
          </a:xfrm>
          <a:prstGeom prst="round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342900" indent="-228600"/>
            <a:r>
              <a:rPr lang="en-US" sz="1500"/>
              <a:t>CSS3 responsive styling</a:t>
            </a:r>
            <a:endParaRPr lang="en-US" sz="1500"/>
          </a:p>
        </p:txBody>
      </p:sp>
      <p:sp>
        <p:nvSpPr>
          <p:cNvPr id="6" name="Bullet 3"/>
          <p:cNvSpPr txBox="1"/>
          <p:nvPr/>
        </p:nvSpPr>
        <p:spPr>
          <a:xfrm>
            <a:off x="609600" y="2040000"/>
            <a:ext cx="10300000" cy="400000"/>
          </a:xfrm>
          <a:prstGeom prst="round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342900" indent="-228600"/>
            <a:r>
              <a:rPr lang="en-US" sz="1500"/>
              <a:t>JavaScript interactivity</a:t>
            </a:r>
            <a:endParaRPr lang="en-US" sz="1500"/>
          </a:p>
        </p:txBody>
      </p:sp>
      <p:sp>
        <p:nvSpPr>
          <p:cNvPr id="7" name="Bullet 4"/>
          <p:cNvSpPr txBox="1"/>
          <p:nvPr/>
        </p:nvSpPr>
        <p:spPr>
          <a:xfrm>
            <a:off x="609600" y="2640000"/>
            <a:ext cx="10300000" cy="400000"/>
          </a:xfrm>
          <a:prstGeom prst="round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342900" indent="-228600"/>
            <a:r>
              <a:rPr lang="en-US" sz="1500"/>
              <a:t>Local Ollama AI integration</a:t>
            </a:r>
            <a:endParaRPr lang="en-US" sz="1500"/>
          </a:p>
        </p:txBody>
      </p:sp>
    </p:spTree>
  </p:cSld>
  <p:clrMapOvr>
    <a:clrScheme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457200" y="274300"/>
            <a:ext cx="11000000" cy="900000"/>
          </a:xfrm>
          <a:prstGeom prst="roundRect">
            <a:avLst/>
          </a:prstGeom>
          <a:solidFill>
            <a:srgbClr val="7A5AD2"/>
          </a:solidFill>
          <a:ln>
            <a:noFill/>
          </a:ln>
        </p:spPr>
        <p:txBody>
          <a:bodyPr/>
          <a:lstStyle/>
          <a:p>
            <a:r>
              <a:rPr lang="en-US" sz="3000" b="1"/>
              <a:t>Local AI Assistant</a:t>
            </a:r>
            <a:endParaRPr lang="en-US"/>
          </a:p>
        </p:txBody>
      </p:sp>
      <p:sp>
        <p:nvSpPr>
          <p:cNvPr id="3" name="Subtitle"/>
          <p:cNvSpPr txBox="1"/>
          <p:nvPr/>
        </p:nvSpPr>
        <p:spPr>
          <a:xfrm>
            <a:off x="457200" y="1220000"/>
            <a:ext cx="11000000" cy="500000"/>
          </a:xfrm>
          <a:prstGeom prst="round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700" i="1"/>
              <a:t>llama3.2:latest</a:t>
            </a:r>
            <a:endParaRPr lang="en-US" sz="1700"/>
          </a:p>
        </p:txBody>
      </p:sp>
      <p:sp>
        <p:nvSpPr>
          <p:cNvPr id="4" name="Bullet 1"/>
          <p:cNvSpPr txBox="1"/>
          <p:nvPr/>
        </p:nvSpPr>
        <p:spPr>
          <a:xfrm>
            <a:off x="609600" y="840000"/>
            <a:ext cx="10300000" cy="400000"/>
          </a:xfrm>
          <a:prstGeom prst="round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342900" indent="-228600"/>
            <a:r>
              <a:rPr lang="en-US" sz="1500"/>
              <a:t>Chat completed through localhost:11434</a:t>
            </a:r>
            <a:endParaRPr lang="en-US" sz="1500"/>
          </a:p>
        </p:txBody>
      </p:sp>
      <p:sp>
        <p:nvSpPr>
          <p:cNvPr id="5" name="Bullet 2"/>
          <p:cNvSpPr txBox="1"/>
          <p:nvPr/>
        </p:nvSpPr>
        <p:spPr>
          <a:xfrm>
            <a:off x="609600" y="1440000"/>
            <a:ext cx="10300000" cy="400000"/>
          </a:xfrm>
          <a:prstGeom prst="round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342900" indent="-228600"/>
            <a:r>
              <a:rPr lang="en-US" sz="1500"/>
              <a:t>Uses the Ollama /api/chat endpoint</a:t>
            </a:r>
            <a:endParaRPr lang="en-US" sz="1500"/>
          </a:p>
        </p:txBody>
      </p:sp>
      <p:sp>
        <p:nvSpPr>
          <p:cNvPr id="6" name="Bullet 3"/>
          <p:cNvSpPr txBox="1"/>
          <p:nvPr/>
        </p:nvSpPr>
        <p:spPr>
          <a:xfrm>
            <a:off x="609600" y="2040000"/>
            <a:ext cx="10300000" cy="400000"/>
          </a:xfrm>
          <a:prstGeom prst="round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342900" indent="-228600"/>
            <a:r>
              <a:rPr lang="en-US" sz="1500"/>
              <a:t>Provides concise point-based answers</a:t>
            </a:r>
            <a:endParaRPr lang="en-US" sz="1500"/>
          </a:p>
        </p:txBody>
      </p:sp>
      <p:sp>
        <p:nvSpPr>
          <p:cNvPr id="7" name="Bullet 4"/>
          <p:cNvSpPr txBox="1"/>
          <p:nvPr/>
        </p:nvSpPr>
        <p:spPr>
          <a:xfrm>
            <a:off x="609600" y="2640000"/>
            <a:ext cx="10300000" cy="400000"/>
          </a:xfrm>
          <a:prstGeom prst="round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342900" indent="-228600"/>
            <a:r>
              <a:rPr lang="en-US" sz="1500"/>
              <a:t>Requires Ollama and the selected model</a:t>
            </a:r>
            <a:endParaRPr lang="en-US" sz="1500"/>
          </a:p>
        </p:txBody>
      </p:sp>
    </p:spTree>
  </p:cSld>
  <p:clrMapOvr>
    <a:clrSchemeMapping/>
  </p:clrMapOvr>
</p:sld>
</file>

<file path=ppt/theme/theme1.xml><?xml version="1.0" encoding="utf-8"?>
<a:theme xmlns:a="http://schemas.openxmlformats.org/drawingml/2006/main" name="NAYARA">
  <a:themeElements>
    <a:clrScheme name="NAYARA">
      <a:dk1>
        <a:sysClr val="windowText" lastClr="000000"/>
      </a:dk1>
      <a:lt1>
        <a:sysClr val="window" lastClr="FFFFFF"/>
      </a:lt1>
      <a:dk2>
        <a:srgbClr val="1C1D2A"/>
      </a:dk2>
      <a:lt2>
        <a:srgbClr val="FFF9F4"/>
      </a:lt2>
      <a:accent1>
        <a:srgbClr val="7A5AD2"/>
      </a:accent1>
      <a:accent2>
        <a:srgbClr val="FF7C7C"/>
      </a:accent2>
      <a:accent3>
        <a:srgbClr val="5AC8AE"/>
      </a:accent3>
      <a:accent4>
        <a:srgbClr val="F5A97D"/>
      </a:accent4>
      <a:accent5>
        <a:srgbClr val="F7D3BF"/>
      </a:accent5>
      <a:accent6>
        <a:srgbClr val="D8C3EE"/>
      </a:accent6>
      <a:hlink>
        <a:srgbClr val="7A5AD2"/>
      </a:hlink>
      <a:folHlink>
        <a:srgbClr val="FF7C7C"/>
      </a:folHlink>
    </a:clrScheme>
    <a:fontScheme name="NAYARA">
      <a:majorFont>
        <a:latin typeface="Aptos Display"/>
        <a:ea/>
        <a:cs/>
      </a:majorFont>
      <a:minorFont>
        <a:latin typeface="Aptos"/>
        <a:ea/>
        <a:cs/>
      </a:minorFont>
    </a:fontScheme>
    <a:fmtScheme name="NAYARA">
      <a:fillStyleLst>
        <a:solidFill>
          <a:schemeClr val="accent1"/>
        </a:solidFill>
      </a:fillStyleLst>
      <a:lnStyleLst>
        <a:ln w="12700"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lt1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4</Slides>
  <Notes>0</Notes>
  <HiddenSlides>0</HiddenSlides>
  <MMClips>0</MMClips>
  <Company>NAYARA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NAYARA Project Presentation</dc:title>
  <dc:creator>GitHub Copilot</dc:creator>
  <cp:lastModifiedBy>GitHub Copilot</cp:lastModifiedBy>
  <dcterms:created xsi:type="dcterms:W3CDTF">2026-10-08T00:00:00Z</dcterms:created>
  <dcterms:modified xsi:type="dcterms:W3CDTF">2026-10-08T00:00:00Z</dcterms:modified>
</cp:coreProperties>
</file>